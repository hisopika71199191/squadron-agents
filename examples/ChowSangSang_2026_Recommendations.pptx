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FF1493"/>
                </a:solidFill>
                <a:latin typeface="Arial"/>
              </a:defRPr>
            </a:pPr>
            <a:r>
              <a:t>Chow Sang Sang 2026: Sparkle for the Modern Lady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  <a:latin typeface="Arial"/>
              </a:defRPr>
            </a:pPr>
            <a:r>
              <a:t>Top 2 Product Recommendations for the Energetic Youth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F1493"/>
                </a:solidFill>
                <a:latin typeface="Arial"/>
              </a:defRPr>
            </a:pPr>
            <a:r>
              <a:t>Recommendation 1: Promessa 'Eternal Bloom'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  <a:latin typeface="Arial"/>
              </a:defRPr>
            </a:pPr>
            <a:r>
              <a:t>Collection: Promessa 'Eternal Bloom' 2026 Edition</a:t>
            </a:r>
          </a:p>
          <a:p>
            <a:pPr>
              <a:defRPr>
                <a:solidFill>
                  <a:srgbClr val="000000"/>
                </a:solidFill>
                <a:latin typeface="Arial"/>
              </a:defRPr>
            </a:pPr>
            <a:r>
              <a:t>Why it fits 2026 Trends: Combines classic diamond solitaire with modern floral motifs.</a:t>
            </a:r>
          </a:p>
          <a:p>
            <a:pPr>
              <a:defRPr>
                <a:solidFill>
                  <a:srgbClr val="000000"/>
                </a:solidFill>
                <a:latin typeface="Arial"/>
              </a:defRPr>
            </a:pPr>
            <a:r>
              <a:t>Key Feature: Interlocking rings symbolizing endless love, perfect for the independent young woman.</a:t>
            </a:r>
          </a:p>
          <a:p>
            <a:pPr>
              <a:defRPr>
                <a:solidFill>
                  <a:srgbClr val="000000"/>
                </a:solidFill>
                <a:latin typeface="Arial"/>
              </a:defRPr>
            </a:pPr>
            <a:r>
              <a:t>Design Style: Minimalist yet statement-making, featuring ethically sourced diamonds.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1828800"/>
            <a:ext cx="3657600" cy="2743200"/>
          </a:xfrm>
          <a:prstGeom prst="rect">
            <a:avLst/>
          </a:prstGeom>
          <a:solidFill>
            <a:srgbClr val="FFD700"/>
          </a:solidFill>
          <a:ln>
            <a:solidFill>
              <a:srgbClr val="FF14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t>[Insert Product Image Here]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F1493"/>
                </a:solidFill>
                <a:latin typeface="Arial"/>
              </a:defRPr>
            </a:pPr>
            <a:r>
              <a:t>Recommendation 2: Infini Love 'Pink Twist'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  <a:latin typeface="Arial"/>
              </a:defRPr>
            </a:pPr>
            <a:r>
              <a:t>Collection: Infini Love Diamond 'Pink Twist' Series</a:t>
            </a:r>
          </a:p>
          <a:p>
            <a:pPr>
              <a:defRPr>
                <a:solidFill>
                  <a:srgbClr val="000000"/>
                </a:solidFill>
                <a:latin typeface="Arial"/>
              </a:defRPr>
            </a:pPr>
            <a:r>
              <a:t>Why it fits 2026 Trends: Aligns with the 'Modern Pearls' and 'Statement Chokers' trend with a twist.</a:t>
            </a:r>
          </a:p>
          <a:p>
            <a:pPr>
              <a:defRPr>
                <a:solidFill>
                  <a:srgbClr val="000000"/>
                </a:solidFill>
                <a:latin typeface="Arial"/>
              </a:defRPr>
            </a:pPr>
            <a:r>
              <a:t>Key Feature: Unique spiral setting enhancing brilliance, available in rose gold for a youthful glow.</a:t>
            </a:r>
          </a:p>
          <a:p>
            <a:pPr>
              <a:defRPr>
                <a:solidFill>
                  <a:srgbClr val="000000"/>
                </a:solidFill>
                <a:latin typeface="Arial"/>
              </a:defRPr>
            </a:pPr>
            <a:r>
              <a:t>Design Style: Dynamic and fluid lines representing energy and movement.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1828800"/>
            <a:ext cx="3657600" cy="2743200"/>
          </a:xfrm>
          <a:prstGeom prst="rect">
            <a:avLst/>
          </a:prstGeom>
          <a:solidFill>
            <a:srgbClr val="FFD700"/>
          </a:solidFill>
          <a:ln>
            <a:solidFill>
              <a:srgbClr val="FF14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t>[Insert Product Image Here]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