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Chow Sang Sang 2026 Recommendations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Top 2 Picks for Young Ladies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Pick 1: Year of the Horse Pendant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Why: Combines 2026 Zodiac luck with modern minimalist gold design. Perfect for layering.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Pick 2: Modern Heart Lock Bracelet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Why: Trendy Valentine's aesthetic, youthful appeal, and versatile daily wear.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